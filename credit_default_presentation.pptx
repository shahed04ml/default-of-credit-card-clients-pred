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Default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Real AI Application — Week 9</a:t>
            </a:r>
          </a:p>
          <a:p>
            <a:pPr>
              <a:defRPr sz="2200"/>
            </a:pPr>
            <a:r>
              <a:rPr dirty="0"/>
              <a:t>Goal: predict whether a credit-card client is likely to default next month.</a:t>
            </a:r>
          </a:p>
          <a:p>
            <a:pPr>
              <a:defRPr sz="2200"/>
            </a:pPr>
            <a:r>
              <a:rPr dirty="0"/>
              <a:t>Workflow: cleaning → analysis → feature engineering → ML → prediction → interpretation → presentation.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98746-694E-A7C8-B6D1-293BA3953152}"/>
              </a:ext>
            </a:extLst>
          </p:cNvPr>
          <p:cNvSpPr txBox="1"/>
          <p:nvPr/>
        </p:nvSpPr>
        <p:spPr>
          <a:xfrm>
            <a:off x="2294626" y="4132052"/>
            <a:ext cx="4235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/>
              <a:t>Created by: Shahd Abubaker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Identify higher-risk clients earlier.</a:t>
            </a:r>
          </a:p>
          <a:p>
            <a:pPr>
              <a:defRPr sz="2200"/>
            </a:pPr>
            <a:r>
              <a:t>Support credit-risk review with a data-driven prediction.</a:t>
            </a:r>
          </a:p>
          <a:p>
            <a:pPr>
              <a:defRPr sz="2200"/>
            </a:pPr>
            <a:r>
              <a:t>Use the model as decision support, not as an automatic financial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Default of Credit Card Clients dataset.</a:t>
            </a:r>
          </a:p>
          <a:p>
            <a:pPr>
              <a:defRPr sz="2200"/>
            </a:pPr>
            <a:r>
              <a:t>30,000 client records and 23 explanatory features.</a:t>
            </a:r>
          </a:p>
          <a:p>
            <a:pPr>
              <a:defRPr sz="2200"/>
            </a:pPr>
            <a:r>
              <a:t>Includes credit limit, demographics, repayment history, bills, and previous payments.</a:t>
            </a:r>
          </a:p>
          <a:p>
            <a:pPr>
              <a:defRPr sz="2200"/>
            </a:pPr>
            <a:r>
              <a:t>Target: default payment next month (0 = no default, 1 = default).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Checked shape, data types, descriptive statistics, missing values, and duplicates.</a:t>
            </a:r>
          </a:p>
          <a:p>
            <a:pPr>
              <a:defRPr sz="2200"/>
            </a:pPr>
            <a:r>
              <a:t>Explored target-class balance.</a:t>
            </a:r>
          </a:p>
          <a:p>
            <a:pPr>
              <a:defRPr sz="2200"/>
            </a:pPr>
            <a:r>
              <a:t>Visualized credit-limit distribution by default status.</a:t>
            </a:r>
          </a:p>
          <a:p>
            <a:pPr>
              <a:defRPr sz="2200"/>
            </a:pPr>
            <a:r>
              <a:t>Calculated default rate by age group and repayment-status correlations.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Credit utilization ratios.</a:t>
            </a:r>
          </a:p>
          <a:p>
            <a:pPr>
              <a:defRPr sz="2200"/>
            </a:pPr>
            <a:r>
              <a:t>Payment-to-bill ratio.</a:t>
            </a:r>
          </a:p>
          <a:p>
            <a:pPr>
              <a:defRPr sz="2200"/>
            </a:pPr>
            <a:r>
              <a:t>Total delayed-payment months.</a:t>
            </a:r>
          </a:p>
          <a:p>
            <a:pPr>
              <a:defRPr sz="2200"/>
            </a:pPr>
            <a:r>
              <a:t>Recent bill amount difference.</a:t>
            </a:r>
          </a:p>
          <a:p>
            <a:pPr>
              <a:defRPr sz="2200"/>
            </a:pPr>
            <a:r>
              <a:t>These features summarize customer payment behavior for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Classifier.</a:t>
            </a:r>
          </a:p>
          <a:p>
            <a:pPr>
              <a:defRPr sz="2200"/>
            </a:pPr>
            <a:r>
              <a:t>150 trees, max depth 10, balanced class weights.</a:t>
            </a:r>
          </a:p>
          <a:p>
            <a:pPr>
              <a:defRPr sz="2200"/>
            </a:pPr>
            <a:r>
              <a:t>80/20 stratified train-test split.</a:t>
            </a:r>
          </a:p>
          <a:p>
            <a:pPr>
              <a:defRPr sz="2200"/>
            </a:pPr>
            <a:r>
              <a:t>StandardScaler + OneHotEncoder in a preprocessing pipeline.</a:t>
            </a:r>
          </a:p>
          <a:p>
            <a:pPr>
              <a:defRPr sz="2200"/>
            </a:pPr>
            <a:r>
              <a:t>Evaluation: accuracy, classification report, ROC-AUC, confusion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enters client credit, demographic, repayment, bill, and payment information.</a:t>
            </a:r>
          </a:p>
          <a:p>
            <a:pPr>
              <a:defRPr sz="2200"/>
            </a:pPr>
            <a:r>
              <a:t>App returns predicted class and probability of default.</a:t>
            </a:r>
          </a:p>
          <a:p>
            <a:pPr>
              <a:defRPr sz="2200"/>
            </a:pPr>
            <a:r>
              <a:t>The notebook saves the trained pipeline for reuse.</a:t>
            </a:r>
          </a:p>
          <a:p>
            <a:pPr>
              <a:defRPr sz="2200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Credit Card Default Prediction</vt:lpstr>
      <vt:lpstr>Problem &amp; Business Value</vt:lpstr>
      <vt:lpstr>Dataset</vt:lpstr>
      <vt:lpstr>Data Analysis &amp; Cleaning</vt:lpstr>
      <vt:lpstr>Feature Engineering</vt:lpstr>
      <vt:lpstr>Machine Learning</vt:lpstr>
      <vt:lpstr>Streamlit Application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SHAHD AMMAR ABUBAKER</cp:lastModifiedBy>
  <cp:revision>3</cp:revision>
  <dcterms:created xsi:type="dcterms:W3CDTF">2013-01-27T09:14:00Z</dcterms:created>
  <dcterms:modified xsi:type="dcterms:W3CDTF">2026-09-06T06:55:29Z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1DE7B76243794BF0B0FD2B4D75D043F1_12</vt:lpwstr>
  </property>
  <property fmtid="{D5CDD505-2E9C-101B-9397-08002B2CF9AE}" pid="3" name="KSOProductBuildVer">
    <vt:lpwstr>1033-12.1.0.28032</vt:lpwstr>
  </property>
</Properties>
</file>